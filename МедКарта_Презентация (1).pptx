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zBidfdAjEh2MXYwQV2cSQox1f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CF3977-C39F-4BAE-B9B3-1A872171DC64}">
  <a:tblStyle styleId="{95CF3977-C39F-4BAE-B9B3-1A872171DC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948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МедКарта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Система управления медицинскими картами пациентов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с облачным хранением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24414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Дипломный проект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59289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Выполнил:</a:t>
            </a:r>
            <a:br>
              <a:rPr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Гирин Павел 409ИС-22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Актуальность проблемы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1371600" y="1188720"/>
            <a:ext cx="7315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Отсутствие единой системы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Медицинские карты разрозненны между различными учреждениями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Безопасность данных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Персональные медицинские данные требуют защиты согласно 152-ФЗ и HIPAA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Доступность информации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Пациенты и врачи нуждаются в быстром доступе к медицинской истории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Цели и задачи проекта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Цели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Разработать безопасную систему управления медицинскими картами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Обеспечить соответствие 152-ФЗ и HIPAA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Создать удобный интерфейс для пациентов и врачей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530352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846320" y="192024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Анализ требований законодательства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Проектирование базы данных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Реализация шифрования данных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Внедрение многофакторной аутентификации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Разработка мобильного приложения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Технологический стек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09728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Язык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Kotlin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00400" y="128016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384048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383280" y="19202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Material Design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943600" y="128016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658368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126480" y="19202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MVVM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1097280" y="3108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База данных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0080" y="3566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Firebase Firestore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200400" y="292608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328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Аутентификация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383280" y="3566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Firebase Auth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943600" y="292608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6583680" y="3108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Шифрование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26480" y="3566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AES-256-GCM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Архитектура приложения (MVVM)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554480" y="12801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(UI Layer)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114800" y="12801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Activity, Fragment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554480" y="22860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114800" y="2286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Бизнес-логика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554480" y="32918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Управление данными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371600" y="4206240"/>
            <a:ext cx="6400800" cy="73152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554480" y="429768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114800" y="42976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Firebase / Local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5"/>
          <p:cNvCxnSpPr/>
          <p:nvPr/>
        </p:nvCxnSpPr>
        <p:spPr>
          <a:xfrm>
            <a:off x="4572000" y="192024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1E29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5"/>
          <p:cNvCxnSpPr/>
          <p:nvPr/>
        </p:nvCxnSpPr>
        <p:spPr>
          <a:xfrm>
            <a:off x="4572000" y="292608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1E29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5"/>
          <p:cNvCxnSpPr/>
          <p:nvPr/>
        </p:nvCxnSpPr>
        <p:spPr>
          <a:xfrm>
            <a:off x="4572000" y="393192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1E293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Система безопасности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Многоуровневая защита данных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011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1188720" y="20116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Шифрование AES-256-GCM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188720" y="22402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Персональные данные шифруются на устройстве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1188720" y="26060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Многофакторная аутентификация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88720" y="283464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Пароль + биометрия (отпечаток, Face 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1188720" y="32004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Безопасное хранение ключей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188720" y="34290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Android Keystore - ключи не экспортируются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188720" y="37947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Журнал аудита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88720" y="402336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Все операции логируются с временными метками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Соответствие требованиям законодательства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152-ФЗ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О персональных данных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228600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Шифрование персональных данных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Контроль доступа к данным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Журналирование всех операций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Согласие на обработку данных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HIPAA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Health Insurance Portability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846320" y="228600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Защита медицинской информации (PHI)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Аудит доступа к данным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Шифрование при передаче и хранении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Управление правами доступа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Основная функциональность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457200" y="1280160"/>
            <a:ext cx="2743200" cy="137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Управление картами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40080" y="201168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Создание электронных медицинских карт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История заболеваний и анализов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Поиск по ФИО, телефону, полису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38328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3383280" y="1280160"/>
            <a:ext cx="2743200" cy="137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56616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Работа с данными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566160" y="201168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База данных диагнозов и назначений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Хранение результатов обследований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Облачная синхронизация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30936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309360" y="1280160"/>
            <a:ext cx="2743200" cy="137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49224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Доступ и безопасность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92240" y="201168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Ролевой доступ для пациентов и врачей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Биометрическая аутентификация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Шифрование всех данных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Структура базы данных Firebase Firestore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280160" y="1371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Collections (Коллекции)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9"/>
          <p:cNvGraphicFramePr/>
          <p:nvPr/>
        </p:nvGraphicFramePr>
        <p:xfrm>
          <a:off x="64008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{95CF3977-C39F-4BAE-B9B3-1A872171DC64}</a:tableStyleId>
              </a:tblPr>
              <a:tblGrid>
                <a:gridCol w="1645925"/>
                <a:gridCol w="2926075"/>
                <a:gridCol w="32918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Коллекция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Описание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Поля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Медицинские карты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ФИО, дата рождения, контакты, диагнозы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Пользователи системы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email, роль, права доступа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audit_logs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Журнал аудита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userId, action, timestamp, details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9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Пользовательский интерфейс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1280160" y="1371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Material Design 3 - современный дизайн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40080" y="1920240"/>
            <a:ext cx="7863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Адаптивный интерфейс для различных размеров экранов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Интуитивная навигация между разделами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Быстрый поиск пациентов с фильтрацией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Детальный просмотр медицинской карты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Поддержка темной темы оформления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Accessibility для людей с ограниченными возможностями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Результаты проекта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5720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40080" y="29260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Соответствие требованиям 152-ФЗ и HIPAA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38328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/>
          <p:nvPr/>
        </p:nvSpPr>
        <p:spPr>
          <a:xfrm>
            <a:off x="3566160" y="21945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AES-256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3566160" y="29260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Шифрование всех персональных данных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309360" y="1280160"/>
            <a:ext cx="2743200" cy="3017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236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/>
          <p:nvPr/>
        </p:nvSpPr>
        <p:spPr>
          <a:xfrm>
            <a:off x="6492240" y="21945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2FA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492240" y="29260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Двухфакторная аутентификация с биометрией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948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Разработана </a:t>
            </a:r>
            <a:r>
              <a:rPr b="1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полнофункциональная система</a:t>
            </a: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 управления медицинскими картами с облачным хранением данных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Обеспечена </a:t>
            </a:r>
            <a:r>
              <a:rPr b="1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полная защита персональных данных</a:t>
            </a: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 в соответствии с требованиями законодательства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2F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Создан </a:t>
            </a:r>
            <a:r>
              <a:rPr b="1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удобный и безопасный инструмент</a:t>
            </a:r>
            <a:r>
              <a:rPr b="0" i="0" lang="en-US" sz="2000" u="none" cap="none" strike="noStrike">
                <a:solidFill>
                  <a:srgbClr val="E0F2F1"/>
                </a:solidFill>
                <a:latin typeface="Arial"/>
                <a:ea typeface="Arial"/>
                <a:cs typeface="Arial"/>
                <a:sym typeface="Arial"/>
              </a:rPr>
              <a:t> для пациентов и медицинских учреждений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2026-02-14T13:36:58Z</dcterms:created>
  <dc:creator>Дипломный проект</dc:creator>
</cp:coreProperties>
</file>